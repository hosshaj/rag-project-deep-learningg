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Economica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regular.fntdata"/><Relationship Id="rId10" Type="http://schemas.openxmlformats.org/officeDocument/2006/relationships/slide" Target="slides/slide5.xml"/><Relationship Id="rId13" Type="http://schemas.openxmlformats.org/officeDocument/2006/relationships/font" Target="fonts/Economica-italic.fntdata"/><Relationship Id="rId12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Economica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73d71bec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73d71bec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73d71bec6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73d71bec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74bc0a5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74bc0a5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4bc0a5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4bc0a5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637880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fr"/>
              <a:t>RAG System Project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Hajji Houcem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1287700"/>
            <a:ext cx="8520600" cy="5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fr"/>
              <a:t>Project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08725"/>
            <a:ext cx="85206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The goal of this project is to build a Retrieval-Augmented Generation (RAG) 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The system: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• Retrieves relevant information from a document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• Uses a language model to generate answers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• Improves accuracy by combining retrieval and generation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7516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fr"/>
              <a:t>System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08500" y="1031600"/>
            <a:ext cx="3902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User Question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        ↓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Text Embedding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        ↓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ChromaDB (Vector Database)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        ↓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Retrieve Relevant Context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        ↓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Language Model (FLAN-T5)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        ↓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fr" sz="1455"/>
              <a:t>Generated Answer</a:t>
            </a:r>
            <a:endParaRPr sz="14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455"/>
          </a:p>
        </p:txBody>
      </p:sp>
      <p:sp>
        <p:nvSpPr>
          <p:cNvPr id="76" name="Google Shape;76;p15"/>
          <p:cNvSpPr txBox="1"/>
          <p:nvPr/>
        </p:nvSpPr>
        <p:spPr>
          <a:xfrm>
            <a:off x="4431875" y="1033550"/>
            <a:ext cx="3836400" cy="21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Tools used: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• Sentence Transformers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• ChromaDB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• Hugging Face LLM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• Python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6863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Example of the RAG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25" y="1225225"/>
            <a:ext cx="6998574" cy="150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9600" y="2898032"/>
            <a:ext cx="6064400" cy="12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The system successfully implements a complete RAG pipeline.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Results: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• Relevant information is retrieved from the document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• The language model generates contextual answers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• The system works efficiently using ChromaDB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Future improvements: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• Use a larger dataset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• Test different language models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• Build a web interfac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e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