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Economica" panose="020B0604020202020204" charset="0"/>
      <p:regular r:id="rId8"/>
      <p:bold r:id="rId9"/>
      <p:italic r:id="rId10"/>
      <p:boldItalic r:id="rId11"/>
    </p:embeddedFont>
    <p:embeddedFont>
      <p:font typeface="Open Sans" panose="020B0606030504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73d71bec6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73d71bec6_0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73d71bec6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d73d71bec6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74bc0a55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74bc0a55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74bc0a55d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74bc0a55d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637880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fr"/>
              <a:t>RAG System Project 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Hajji Houcem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311700" y="1287700"/>
            <a:ext cx="8520600" cy="56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fr"/>
              <a:t>Project Objective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11700" y="1408725"/>
            <a:ext cx="8520600" cy="3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The goal of this project is to build a Retrieval-Augmented Generation (RAG) system.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The system: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• Retrieves relevant information from a document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• Uses a language model to generate answers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fr"/>
              <a:t>• Improves accuracy by combining retrieval and generation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311700" y="7516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fr"/>
              <a:t>System Architecture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408500" y="1031600"/>
            <a:ext cx="39024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User Question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        ↓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Text Embedding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        ↓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ChromaDB (Vector Database)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        ↓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Retrieve Relevant Context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        ↓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Language Model (FLAN-T5)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        ↓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fr" sz="1455"/>
              <a:t>Generated Answer</a:t>
            </a:r>
            <a:endParaRPr sz="145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endParaRPr sz="1455"/>
          </a:p>
        </p:txBody>
      </p:sp>
      <p:sp>
        <p:nvSpPr>
          <p:cNvPr id="76" name="Google Shape;76;p15"/>
          <p:cNvSpPr txBox="1"/>
          <p:nvPr/>
        </p:nvSpPr>
        <p:spPr>
          <a:xfrm>
            <a:off x="4431875" y="1033550"/>
            <a:ext cx="3836400" cy="21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Tools used: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• Sentence Transformers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• ChromaDB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• Hugging Face LLM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• Python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11700" y="68637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Example of the RAG System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08FF56-9633-A182-656A-5D9EBD44A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29270"/>
            <a:ext cx="8453682" cy="13461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BEB271-061D-D908-4606-4C67335C7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98033"/>
            <a:ext cx="8453681" cy="16213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</a:t>
            </a:r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The system successfully implements a complete RAG pipeline.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Results: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• Relevant information is retrieved from the document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• The language model generates contextual answers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• The system works efficiently using ChromaDB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Future improvements: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• Use a larger dataset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600" dirty="0">
                <a:latin typeface="Arial"/>
                <a:ea typeface="Arial"/>
                <a:cs typeface="Arial"/>
                <a:sym typeface="Arial"/>
              </a:rPr>
              <a:t>• Test different language models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146</Words>
  <Application>Microsoft Office PowerPoint</Application>
  <PresentationFormat>On-screen Show (16:9)</PresentationFormat>
  <Paragraphs>40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Open Sans</vt:lpstr>
      <vt:lpstr>Arial</vt:lpstr>
      <vt:lpstr>Economica</vt:lpstr>
      <vt:lpstr>Luxe</vt:lpstr>
      <vt:lpstr>RAG System Project  </vt:lpstr>
      <vt:lpstr>Project Objective </vt:lpstr>
      <vt:lpstr>System Architecture </vt:lpstr>
      <vt:lpstr>Example of the RAG System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HAJJI Houcem Eddine</cp:lastModifiedBy>
  <cp:revision>2</cp:revision>
  <dcterms:modified xsi:type="dcterms:W3CDTF">2026-04-21T21:48:05Z</dcterms:modified>
</cp:coreProperties>
</file>